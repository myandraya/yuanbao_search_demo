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94760" y="777240"/>
            <a:ext cx="1554480" cy="1554480"/>
          </a:xfrm>
          <a:prstGeom prst="roundRect">
            <a:avLst>
              <a:gd name="adj" fmla="val 16471"/>
            </a:avLst>
          </a:prstGeom>
          <a:solidFill>
            <a:srgbClr val="4F7CF7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94760" y="7772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侦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FIRST · FACT-CHECKING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063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把问题交给搜索，把答案带回来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痛点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会一本正经地撒谎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张嘴就编，答案没出处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3865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生成内容缺乏可靠来源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0175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29535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假消息被转载 100 遍，就成了「真相」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3009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缺乏独立来源交叉验证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931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38679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拿昨天的数据，糊弄今天的问题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2153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时间错位导致结论失真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548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答案，必须有据可查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我们的核心原则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核心思路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一条证据链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05840" cy="1005840"/>
          </a:xfrm>
          <a:prstGeom prst="ellipse">
            <a:avLst/>
          </a:prstGeom>
          <a:solidFill>
            <a:srgbClr val="4F7CF7"/>
          </a:solidFill>
          <a:ln w="19050">
            <a:solidFill>
              <a:srgbClr val="7F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72768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49424" y="2286000"/>
            <a:ext cx="1005840" cy="1005840"/>
          </a:xfrm>
          <a:prstGeom prst="ellipse">
            <a:avLst/>
          </a:prstGeom>
          <a:solidFill>
            <a:srgbClr val="1B2440"/>
          </a:solidFill>
          <a:ln w="19050">
            <a:solidFill>
              <a:srgbClr val="7F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真搜索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73552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50208" y="2286000"/>
            <a:ext cx="1005840" cy="1005840"/>
          </a:xfrm>
          <a:prstGeom prst="ellipse">
            <a:avLst/>
          </a:prstGeom>
          <a:solidFill>
            <a:srgbClr val="1B2440"/>
          </a:solidFill>
          <a:ln w="19050">
            <a:solidFill>
              <a:srgbClr val="7F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抠证据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50992" y="2286000"/>
            <a:ext cx="1005840" cy="1005840"/>
          </a:xfrm>
          <a:prstGeom prst="ellipse">
            <a:avLst/>
          </a:prstGeom>
          <a:solidFill>
            <a:srgbClr val="1B2440"/>
          </a:solidFill>
          <a:ln w="19050">
            <a:solidFill>
              <a:srgbClr val="7F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数来源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51776" y="2286000"/>
            <a:ext cx="1005840" cy="1005840"/>
          </a:xfrm>
          <a:prstGeom prst="ellipse">
            <a:avLst/>
          </a:prstGeom>
          <a:solidFill>
            <a:srgbClr val="1B2440"/>
          </a:solidFill>
          <a:ln w="19050">
            <a:solidFill>
              <a:srgbClr val="7F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对日期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把大问题拆成可验证的核查点，逐项用真实证据交叉核对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定案标准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5544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2+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个独立来源，才判定可信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单一来源不采信 · 同媒体转载不凑数 · 反驳更要「非常确信」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四大防线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编不出来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794760" cy="114300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114300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30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摘录必须原文可定位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3794760" cy="114300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965960"/>
            <a:ext cx="82296" cy="114300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30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防凑数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同媒体多篇只算 1 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3794760" cy="114300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82296" cy="114300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02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390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日期不符直接判不足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337560"/>
            <a:ext cx="3794760" cy="114300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337560"/>
            <a:ext cx="82296" cy="114300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502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讲诚实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0" y="390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查不到就老实说查不到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拆问题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把复杂问题拆成可逐一验证的「核查点」，每个点对应一个可证伪的小事实。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1~5 个子问题 · 每个 1~3 个核查点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真搜索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每一轮都真实联网搜索，不靠模型记忆编造。官方、监管机构、原始出处优先。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动态逐轮规划 · 最多 3 轮 · 最多 12 次检索 · 120 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抠证据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只认网页原文里逐字能定位的摘录；找不到原文的证据，一律丢弃。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每条证据绑定核查点 · 标注支持 / 反驳 / 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核心亮点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原文必须对得上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编不出来，只能摘原文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对比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 vs 证据链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794760" cy="2377440"/>
          </a:xfrm>
          <a:prstGeom prst="rect">
            <a:avLst/>
          </a:prstGeom>
          <a:solidFill>
            <a:srgbClr val="2A1220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张嘴就来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没有出处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转发当真相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3794760" cy="2377440"/>
          </a:xfrm>
          <a:prstGeom prst="rect">
            <a:avLst/>
          </a:prstGeom>
          <a:solidFill>
            <a:srgbClr val="0F1C33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句句有据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1272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逐字可查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独立来源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防张冠李戴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证据日期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必须等于目标日期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对不上，就判「证据不足」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智能交互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让用户用得更顺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105156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105156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0939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截图即查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468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识别后自动提炼核心问题，用户确认后再查，不粗暴塞全文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863840" cy="105156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82296" cy="105156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474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32841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问句引导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703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可信核查模式输入问句，自动提示改用「信息检索」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知识沉淀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查过的，能复用，也讲清楚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3865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重复问题直接返回历史结果，报告页醒目标注「来自历史缓存」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0175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29535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参考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3009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历史证据作为背景线索辅助本次调查，结论仍以实时搜索为准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82296" cy="777240"/>
          </a:xfrm>
          <a:prstGeom prst="rect">
            <a:avLst/>
          </a:prstGeom>
          <a:solidFill>
            <a:srgbClr val="4F7C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931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7CF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38679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删除管理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2153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删除历史记录，级联删除对应的知识库内容，可控可追溯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效率可控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377440" cy="173736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轮动态搜索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377440" cy="173736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次真实检索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377440" cy="1737360"/>
          </a:xfrm>
          <a:prstGeom prst="rect">
            <a:avLst/>
          </a:prstGeom>
          <a:solidFill>
            <a:srgbClr val="14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秒时间预算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每轮根据结果动态规划下一轮搜索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548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5A6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查不到，就老实说查不到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不硬编一个结论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3840480" cy="3840480"/>
          </a:xfrm>
          <a:prstGeom prst="ellipse">
            <a:avLst/>
          </a:prstGeom>
          <a:solidFill>
            <a:srgbClr val="4F7C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94760" y="822960"/>
            <a:ext cx="1554480" cy="1554480"/>
          </a:xfrm>
          <a:prstGeom prst="roundRect">
            <a:avLst>
              <a:gd name="adj" fmla="val 16471"/>
            </a:avLst>
          </a:prstGeom>
          <a:solidFill>
            <a:srgbClr val="4F7CF7"/>
          </a:solidFill>
          <a:ln/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94760" y="822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侦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查得到，信得过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侦探社 · 证据驱动的事实核查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侦探社 · 证据驱动的事实核查</dc:title>
  <dc:subject>PptxGenJS Presentation</dc:subject>
  <dc:creator>AI 侦探社</dc:creator>
  <cp:lastModifiedBy>AI 侦探社</cp:lastModifiedBy>
  <cp:revision>1</cp:revision>
  <dcterms:created xsi:type="dcterms:W3CDTF">2026-10-25T05:42:38Z</dcterms:created>
  <dcterms:modified xsi:type="dcterms:W3CDTF">2026-10-25T05:42:38Z</dcterms:modified>
</cp:coreProperties>
</file>